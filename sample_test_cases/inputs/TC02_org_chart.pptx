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mention that Arjun Mehta covers the APAC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Office: Contacts (FICTIONAL)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20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Phone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Chief Risk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Marguerite Vossberg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m.vossberg@cadence-demo.com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 (555) 0114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Risk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Arjun Mehta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arjun.mehta@cadence-demo.com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+44 20 7946 0018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Compliance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Sofia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s.lindqvist@cadence-demo.com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+91 98450 12345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Escalations go to the Chief Risk Officer within 24 hours (policy RSK-4488).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